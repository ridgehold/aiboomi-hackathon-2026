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245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Calibri"/>
              </a:rPr>
              <a:t>RIDGEHOLD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017520"/>
            <a:ext cx="320040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A0A0"/>
                </a:solidFill>
                <a:latin typeface="Calibri"/>
              </a:rPr>
              <a:t>AI Account Growth Operator for B2B AI &amp; SaaS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Calibri"/>
              </a:rPr>
              <a:t>Yash Kothari  ·  Srinivasan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AIBoomi Startup Weekend Bangalore  ·  June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11D48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11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Account Managers Are Flying Reactive, Not Strategic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657600" cy="292608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73152" cy="2926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46E5"/>
                </a:solidFill>
                <a:latin typeface="Calibri"/>
              </a:rPr>
              <a:t>EXTERNAL SIGNALS MISSED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Market moves, competitor wins, funding rounds, product launches — AMs learn about them too late or not at 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34440"/>
            <a:ext cx="3657600" cy="292608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6240" y="1234440"/>
            <a:ext cx="73152" cy="2926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37160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46E5"/>
                </a:solidFill>
                <a:latin typeface="Calibri"/>
              </a:rPr>
              <a:t>INTERNAL SIGNALS IGNORED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74519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Product usage drops, support spikes, feature adoption gaps go unnoticed until renewal is at risk.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234440"/>
            <a:ext cx="3657600" cy="292608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234440"/>
            <a:ext cx="73152" cy="2926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137160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46E5"/>
                </a:solidFill>
                <a:latin typeface="Calibri"/>
              </a:rPr>
              <a:t>EXPANSION = CHURN DEFENCE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874519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Without proactive identification, every missed expansion opportunity either becomes a churn risk or a lost revenue moment.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343400"/>
            <a:ext cx="11548872" cy="77724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📊  "44% of sales reps miss quota because they can't identify upsell signals in time."  —  Gartner, 2024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Calibri"/>
              </a:rPr>
              <a:t>RIDGEHOLD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alibri"/>
              </a:rPr>
              <a:t>AI Account Growth Operator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0A0"/>
                </a:solidFill>
                <a:latin typeface="Calibri"/>
              </a:rPr>
              <a:t>01 / 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8552" y="137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0A0"/>
                </a:solidFill>
                <a:latin typeface="Calibri"/>
              </a:rPr>
              <a:t>01 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INSIGHT &amp;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Three Forces Making This the Right Moment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640080" cy="6400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898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AI Can Now Act, Not Just Inform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alibri"/>
              </a:rPr>
              <a:t>LLMs move beyond summarisation — they can now read signals, reason across accounts, and generate specific next actions. The intelligence layer is ready.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788920"/>
            <a:ext cx="1143000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926080"/>
            <a:ext cx="640080" cy="6400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2971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443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NRR Is the New Growth 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375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alibri"/>
              </a:rPr>
              <a:t>Post-2023 SaaS reset: boards and VCs measure Net Revenue Retention above all. AMs under NRR pressure need tools that surface expansion, not just track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43400"/>
            <a:ext cx="1143000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4480560"/>
            <a:ext cx="640080" cy="6400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45262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98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B2B AI Companies Are the Fastest-Growing Accounts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92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alibri"/>
              </a:rPr>
              <a:t>The customers selling AI are scaling fastest — and they're the hardest to manage manually. Their usage patterns, integrations, and signals change weekly.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Calibri"/>
              </a:rPr>
              <a:t>RIDGEHOLD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alibri"/>
              </a:rPr>
              <a:t>AI Account Growth Operator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0A0"/>
                </a:solidFill>
                <a:latin typeface="Calibri"/>
              </a:rPr>
              <a:t>02 / 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137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0A0"/>
                </a:solidFill>
                <a:latin typeface="Calibri"/>
              </a:rPr>
              <a:t>02  Why Now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11D48"/>
                </a:solidFill>
                <a:latin typeface="Calibr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840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Ridgehold in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169164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00584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Signal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0058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A0A0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960120"/>
            <a:ext cx="169164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0" y="100584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Account Briefed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0058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A0A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960120"/>
            <a:ext cx="1691640" cy="3657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100584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Action Recommended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0058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A0A0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60" y="960120"/>
            <a:ext cx="169164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0" y="100584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Draft Generated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0058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A0A0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960120"/>
            <a:ext cx="169164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100584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Outcome Tracked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Calibri"/>
              </a:rPr>
              <a:t>RIDGEHOLD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alibri"/>
              </a:rPr>
              <a:t>AI Account Growth Operator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0A0"/>
                </a:solidFill>
                <a:latin typeface="Calibri"/>
              </a:rPr>
              <a:t>03 / 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137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0A0"/>
                </a:solidFill>
                <a:latin typeface="Calibri"/>
              </a:rPr>
              <a:t>03  Demo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0BC3782-74EA-DFB9-0DF8-C00823E83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378" y="1515088"/>
            <a:ext cx="8573512" cy="47422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11D48"/>
                </a:solidFill>
                <a:latin typeface="Calibri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6-Layer Agentic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097280"/>
            <a:ext cx="45720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0972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Signal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35331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External &amp; internal triggers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755648"/>
            <a:ext cx="45720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17556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Notification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0116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Prioritised alert surface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2414015"/>
            <a:ext cx="45720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2414015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Context Summarisation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67004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Full account brief on demand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3072384"/>
            <a:ext cx="45720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307238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Action 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32841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Next best action engine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3730752"/>
            <a:ext cx="45720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800" y="37307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Draft Output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98678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Email/deck/proposal ready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4389120"/>
            <a:ext cx="45720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43800" y="4389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State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64515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Progress tracking &amp; closure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394960"/>
            <a:ext cx="11548872" cy="82296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5431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Calibri"/>
              </a:rPr>
              <a:t>🛡 Guardrails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7150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alibri"/>
              </a:rPr>
              <a:t>Hallucination checks · Tone enforcement · Human-in-loop gates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431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Calibri"/>
              </a:rPr>
              <a:t>⚡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57150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alibri"/>
              </a:rPr>
              <a:t>GPT-5.5 — reasoning, widget gen, skill runs, artifact generation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5431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Calibri"/>
              </a:rPr>
              <a:t>📄 Licenses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57150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alibri"/>
              </a:rPr>
              <a:t>Django BSD-3 · FastAPI MIT · React MIT · ChakraUI MIT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Calibri"/>
              </a:rPr>
              <a:t>RIDGEHOLD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alibri"/>
              </a:rPr>
              <a:t>AI Account Growth Operator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0A0"/>
                </a:solidFill>
                <a:latin typeface="Calibri"/>
              </a:rPr>
              <a:t>04 / 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88552" y="137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0A0"/>
                </a:solidFill>
                <a:latin typeface="Calibri"/>
              </a:rPr>
              <a:t>04  Tech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662D58B-9998-CE2D-F910-EAB89DC87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75" y="1089916"/>
            <a:ext cx="5433997" cy="44871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VALUE &amp; GTM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840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Who We Serve and How We 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46E5"/>
                </a:solidFill>
                <a:latin typeface="Calibri"/>
              </a:rPr>
              <a:t>VALUE DELIVERED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5303520" cy="1051560"/>
          </a:xfrm>
          <a:prstGeom prst="rect">
            <a:avLst/>
          </a:prstGeom>
          <a:solidFill>
            <a:srgbClr val="F8F8FF"/>
          </a:solidFill>
          <a:ln w="6350">
            <a:solidFill>
              <a:srgbClr val="DD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54864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NRR Improvement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Surface upsell/cross-sell opportunities before renewal windows close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51760"/>
            <a:ext cx="5303520" cy="1051560"/>
          </a:xfrm>
          <a:prstGeom prst="rect">
            <a:avLst/>
          </a:prstGeom>
          <a:solidFill>
            <a:srgbClr val="F8F8FF"/>
          </a:solidFill>
          <a:ln w="6350">
            <a:solidFill>
              <a:srgbClr val="DD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2651760"/>
            <a:ext cx="54864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Hours Saved per 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Auto-brief, signal digest and draft generation cuts prep from hours to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840480"/>
            <a:ext cx="5303520" cy="1051560"/>
          </a:xfrm>
          <a:prstGeom prst="rect">
            <a:avLst/>
          </a:prstGeom>
          <a:solidFill>
            <a:srgbClr val="F8F8FF"/>
          </a:solidFill>
          <a:ln w="6350">
            <a:solidFill>
              <a:srgbClr val="DD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3840480"/>
            <a:ext cx="54864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931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Faster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97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From signal to personalised outreach in under 5 minutes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029200"/>
            <a:ext cx="5303520" cy="1051560"/>
          </a:xfrm>
          <a:prstGeom prst="rect">
            <a:avLst/>
          </a:prstGeom>
          <a:solidFill>
            <a:srgbClr val="F8F8FF"/>
          </a:solidFill>
          <a:ln w="6350">
            <a:solidFill>
              <a:srgbClr val="DD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5029200"/>
            <a:ext cx="54864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5120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Churn Defence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864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Early warning on usage drops and support spikes before they escalate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005840"/>
            <a:ext cx="594360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11D48"/>
                </a:solidFill>
                <a:latin typeface="Calibri"/>
              </a:rPr>
              <a:t>GO-TO-MARKET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🎯  Wedge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180136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B2B AI &amp; SaaS companies with 10–200 person sales/CS teams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304288"/>
            <a:ext cx="539496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0" y="23774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📦  Entry Product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670047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Ridgehold for Account Management — signal-to-action workflow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172968"/>
            <a:ext cx="539496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💰  Revenue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538727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SaaS per seat · $49–$149/AM/month · Land via CS leaders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4041648"/>
            <a:ext cx="539496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🔗  Distribution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40740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Direct outbound + partnerships with RevOps tools (HubSpot, Gainsight)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4910328"/>
            <a:ext cx="539496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26480" y="49834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📈  Expansion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527608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Add Finance, Legal, Procurement signal layers post-PMF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Calibri"/>
              </a:rPr>
              <a:t>RIDGEHOLD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alibri"/>
              </a:rPr>
              <a:t>AI Account Growth Operator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0A0"/>
                </a:solidFill>
                <a:latin typeface="Calibri"/>
              </a:rPr>
              <a:t>05 / 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88552" y="137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0A0"/>
                </a:solidFill>
                <a:latin typeface="Calibri"/>
              </a:rPr>
              <a:t>05  Value &amp; GTM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ROADMAP &amp;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Where We Go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3657600" cy="685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NOW
Hackathon MVP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3657600" cy="2834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→  Conversational AI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→  Synthetic signal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→  Account brief + action reco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→  Draft generation (email/deck)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188720"/>
            <a:ext cx="3657600" cy="6858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12344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NEXT
0–3 Months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920240"/>
            <a:ext cx="3657600" cy="2834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20116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→  Live signal connectors (LinkedIn, G2, CRM)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6517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→  CRM write-back (Salesforce/HubSpot)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2918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→  Team collaboration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931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→  First 5 paying customers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1188720"/>
            <a:ext cx="365760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2344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LATER
3–12 Months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1920240"/>
            <a:ext cx="3657600" cy="2834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20116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→  Enterprise SSO + RBAC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6517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→  Custom signal library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2918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→  Finance &amp; Legal signal layers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931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→  Series A fundraise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37760"/>
            <a:ext cx="11548872" cy="7315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11D48"/>
                </a:solidFill>
                <a:latin typeface="Calibri"/>
              </a:rPr>
              <a:t>KEY RISKS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5394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⚠ Data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alibri"/>
              </a:rPr>
              <a:t>Signals require API/scraping — mitigated by synthetic layer + partnerships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5394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⚠ CRM adoption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alibri"/>
              </a:rPr>
              <a:t>AM habits are sticky — onboarding with CS leaders, not bottom-up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5394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⚠ LLM reliability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alibri"/>
              </a:rPr>
              <a:t>Guardrails + human-in-loop on all customer-facing drafts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432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Calibri"/>
              </a:rPr>
              <a:t>RIDGEHOLD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alibri"/>
              </a:rPr>
              <a:t>AI Account Growth Operator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0A0"/>
                </a:solidFill>
                <a:latin typeface="Calibri"/>
              </a:rPr>
              <a:t>06 / 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88552" y="137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0A0"/>
                </a:solidFill>
                <a:latin typeface="Calibri"/>
              </a:rPr>
              <a:t>06  Roadmap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11D48"/>
                </a:solidFill>
                <a:latin typeface="Calibri"/>
              </a:rPr>
              <a:t>AI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840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Ridgehold Makes Possible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486400" cy="192024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54864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  <a:latin typeface="Calibri"/>
              </a:rPr>
              <a:t>⚡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Signal → personalised outreach in &lt; 5 minutes. What took an AM 2 hours now happens automatically.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59" y="1097280"/>
            <a:ext cx="5486400" cy="192024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80759" y="1097280"/>
            <a:ext cx="548640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  <a:latin typeface="Calibri"/>
              </a:rPr>
              <a:t>🎯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373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Every recommendation is grounded in real account context — not generic playbooks.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00400"/>
            <a:ext cx="5486400" cy="192024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3200400"/>
            <a:ext cx="54864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383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  <a:latin typeface="Calibri"/>
              </a:rPr>
              <a:t>📈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40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One AM can effectively manage 3× more accounts with the same quality of attention.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3200400"/>
            <a:ext cx="5486400" cy="192024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0759" y="3200400"/>
            <a:ext cx="548640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3383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  <a:latin typeface="Calibri"/>
              </a:rPr>
              <a:t>🔮 Foresight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840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Move from reactive churn defence to proactive expansion identification.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349240"/>
            <a:ext cx="11548872" cy="7772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5504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Ridgehold doesn't replace the Account Manager — it makes every AM the best in the team.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Calibri"/>
              </a:rPr>
              <a:t>RIDGEHOLD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alibri"/>
              </a:rPr>
              <a:t>AI Account Growth Operator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0A0"/>
                </a:solidFill>
                <a:latin typeface="Calibri"/>
              </a:rPr>
              <a:t>07 / 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88552" y="137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0A0"/>
                </a:solidFill>
                <a:latin typeface="Calibri"/>
              </a:rPr>
              <a:t>07  AI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767</Words>
  <Application>Microsoft Office PowerPoint</Application>
  <PresentationFormat>Custom</PresentationFormat>
  <Paragraphs>140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Yash Kothari</cp:lastModifiedBy>
  <cp:revision>2</cp:revision>
  <dcterms:created xsi:type="dcterms:W3CDTF">2013-01-27T09:14:16Z</dcterms:created>
  <dcterms:modified xsi:type="dcterms:W3CDTF">2026-06-21T04:00:08Z</dcterms:modified>
  <cp:category/>
</cp:coreProperties>
</file>